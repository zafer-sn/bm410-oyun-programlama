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handoutMasterIdLst>
    <p:handoutMasterId r:id="rId10"/>
  </p:handoutMasterIdLst>
  <p:sldIdLst>
    <p:sldId id="257" r:id="rId2"/>
    <p:sldId id="261" r:id="rId3"/>
    <p:sldId id="260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18.10.2024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31579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63769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76799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85718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01226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8606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Oyun Programlama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KULLANICIDAN GİRDİ ALMA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kullanıcıdan girdi almak için ‘</a:t>
            </a:r>
            <a:r>
              <a:rPr lang="tr-TR" dirty="0" err="1" smtClean="0"/>
              <a:t>Input</a:t>
            </a:r>
            <a:r>
              <a:rPr lang="tr-TR" dirty="0" smtClean="0"/>
              <a:t>’ sınıfı kullanılır. </a:t>
            </a:r>
            <a:r>
              <a:rPr lang="tr-TR" dirty="0" err="1" smtClean="0"/>
              <a:t>Input.GetKey</a:t>
            </a:r>
            <a:r>
              <a:rPr lang="tr-TR" dirty="0" smtClean="0"/>
              <a:t>(</a:t>
            </a:r>
            <a:r>
              <a:rPr lang="tr-TR" dirty="0" err="1" smtClean="0"/>
              <a:t>Keycode.A</a:t>
            </a:r>
            <a:r>
              <a:rPr lang="tr-TR" dirty="0" smtClean="0"/>
              <a:t>) şeklindeki bir kullanım Update içerisindeki bir </a:t>
            </a:r>
            <a:r>
              <a:rPr lang="tr-TR" dirty="0" err="1" smtClean="0"/>
              <a:t>if</a:t>
            </a:r>
            <a:r>
              <a:rPr lang="tr-TR" dirty="0" smtClean="0"/>
              <a:t> bloğu ile kullanılırsa A tuşuna basıldığı sürece blok içindeki işlemler yapılır, </a:t>
            </a:r>
            <a:r>
              <a:rPr lang="tr-TR" dirty="0" err="1" smtClean="0"/>
              <a:t>GetKey</a:t>
            </a:r>
            <a:r>
              <a:rPr lang="tr-TR" dirty="0" smtClean="0"/>
              <a:t> yerine </a:t>
            </a:r>
            <a:r>
              <a:rPr lang="tr-TR" dirty="0" err="1" smtClean="0"/>
              <a:t>GetKeyDown</a:t>
            </a:r>
            <a:r>
              <a:rPr lang="tr-TR" dirty="0" smtClean="0"/>
              <a:t> denilseydi tuşa tıklandığı anda </a:t>
            </a:r>
            <a:r>
              <a:rPr lang="tr-TR" dirty="0" err="1" smtClean="0"/>
              <a:t>if</a:t>
            </a:r>
            <a:r>
              <a:rPr lang="tr-TR" dirty="0" smtClean="0"/>
              <a:t> bloğu içindekiler 1 kez yapılırdı, </a:t>
            </a:r>
            <a:r>
              <a:rPr lang="tr-TR" dirty="0" err="1" smtClean="0"/>
              <a:t>GetKey</a:t>
            </a:r>
            <a:r>
              <a:rPr lang="tr-TR" dirty="0" smtClean="0"/>
              <a:t> yerine </a:t>
            </a:r>
            <a:r>
              <a:rPr lang="tr-TR" dirty="0" err="1" smtClean="0"/>
              <a:t>GetKeyUp</a:t>
            </a:r>
            <a:r>
              <a:rPr lang="tr-TR" dirty="0" smtClean="0"/>
              <a:t> denilseydi tuşa tıklanıp parmak ilgili tuştan çekildiği anda </a:t>
            </a:r>
            <a:r>
              <a:rPr lang="tr-TR" dirty="0" err="1" smtClean="0"/>
              <a:t>if</a:t>
            </a:r>
            <a:r>
              <a:rPr lang="tr-TR" dirty="0" smtClean="0"/>
              <a:t> bloğu içindekiler 1 kez yapılırdı.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757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KULLANICIDAN GİRDİ ALMA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Benzer şekilde </a:t>
            </a:r>
            <a:r>
              <a:rPr lang="tr-TR" dirty="0" err="1" smtClean="0"/>
              <a:t>GetMouseButton</a:t>
            </a:r>
            <a:r>
              <a:rPr lang="tr-TR" dirty="0" smtClean="0"/>
              <a:t>() içine 0 yazılsaydı sol Mouse tuşuna tıklandığında 1 yazılsaydı sağ Mouse tuşuna tıklandığında ve 2 yazılsaydı orta Mouse tuşuna(Mouse tekerleği) </a:t>
            </a:r>
            <a:r>
              <a:rPr lang="tr-TR" dirty="0" err="1" smtClean="0"/>
              <a:t>if</a:t>
            </a:r>
            <a:r>
              <a:rPr lang="tr-TR" dirty="0" smtClean="0"/>
              <a:t> bloğu içindekiler sürekli yapılırdı. </a:t>
            </a:r>
            <a:r>
              <a:rPr lang="tr-TR" dirty="0" err="1" smtClean="0"/>
              <a:t>GetMouseButtonDown</a:t>
            </a:r>
            <a:r>
              <a:rPr lang="tr-TR" dirty="0" smtClean="0"/>
              <a:t>() denilseydi ilgili tuşa tıklandığı anda </a:t>
            </a:r>
            <a:r>
              <a:rPr lang="tr-TR" dirty="0" err="1" smtClean="0"/>
              <a:t>if</a:t>
            </a:r>
            <a:r>
              <a:rPr lang="tr-TR" dirty="0" smtClean="0"/>
              <a:t> bloğu içindekiler 1 kez yapılırdı. </a:t>
            </a:r>
            <a:r>
              <a:rPr lang="tr-TR" dirty="0" err="1" smtClean="0"/>
              <a:t>GetMouseButtonUp</a:t>
            </a:r>
            <a:r>
              <a:rPr lang="tr-TR" dirty="0" smtClean="0"/>
              <a:t>() denilseydi ilgili Mouse tuşundan parmak çekildiği anda </a:t>
            </a:r>
            <a:r>
              <a:rPr lang="tr-TR" dirty="0" err="1" smtClean="0"/>
              <a:t>if</a:t>
            </a:r>
            <a:r>
              <a:rPr lang="tr-TR" dirty="0" smtClean="0"/>
              <a:t> bloğ</a:t>
            </a:r>
            <a:r>
              <a:rPr lang="tr-TR" dirty="0" smtClean="0"/>
              <a:t>u içindekiler 1 kez yapılırdı.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6011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KULLANICIDAN GİRDİ ALMA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UnityEngine.Random.Range</a:t>
            </a:r>
            <a:r>
              <a:rPr lang="tr-TR" dirty="0" smtClean="0"/>
              <a:t>(</a:t>
            </a:r>
            <a:r>
              <a:rPr lang="tr-TR" dirty="0" err="1" smtClean="0"/>
              <a:t>alt_sinir</a:t>
            </a:r>
            <a:r>
              <a:rPr lang="tr-TR" dirty="0" smtClean="0"/>
              <a:t>, </a:t>
            </a:r>
            <a:r>
              <a:rPr lang="tr-TR" dirty="0" err="1" smtClean="0"/>
              <a:t>ust_sinir</a:t>
            </a:r>
            <a:r>
              <a:rPr lang="tr-TR" dirty="0" smtClean="0"/>
              <a:t>); metodu ile </a:t>
            </a:r>
            <a:r>
              <a:rPr lang="tr-TR" dirty="0" err="1" smtClean="0"/>
              <a:t>alt_sinir</a:t>
            </a:r>
            <a:r>
              <a:rPr lang="tr-TR" dirty="0" smtClean="0"/>
              <a:t> ve </a:t>
            </a:r>
            <a:r>
              <a:rPr lang="tr-TR" dirty="0" err="1" smtClean="0"/>
              <a:t>ust_sinir</a:t>
            </a:r>
            <a:r>
              <a:rPr lang="tr-TR" dirty="0" smtClean="0"/>
              <a:t> arasında rastgele bir </a:t>
            </a:r>
            <a:r>
              <a:rPr lang="tr-TR" dirty="0" err="1" smtClean="0"/>
              <a:t>float</a:t>
            </a:r>
            <a:r>
              <a:rPr lang="tr-TR" dirty="0" smtClean="0"/>
              <a:t> değer üretilebilir.</a:t>
            </a:r>
          </a:p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hierarchy</a:t>
            </a:r>
            <a:r>
              <a:rPr lang="tr-TR" dirty="0" smtClean="0"/>
              <a:t> penceresindeki bir nesne sürüklenip Project penceresine bırakılarak o nesne bir </a:t>
            </a:r>
            <a:r>
              <a:rPr lang="tr-TR" dirty="0" err="1" smtClean="0"/>
              <a:t>prefab</a:t>
            </a:r>
            <a:r>
              <a:rPr lang="tr-TR" dirty="0" smtClean="0"/>
              <a:t> haline getirilebilir ve istenildiği kadar kullanılabilir ve özelleştirilebilir.</a:t>
            </a:r>
          </a:p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Instantiate</a:t>
            </a:r>
            <a:r>
              <a:rPr lang="tr-TR" dirty="0" smtClean="0"/>
              <a:t>() metodu ile bir nesne(</a:t>
            </a:r>
            <a:r>
              <a:rPr lang="tr-TR" dirty="0" err="1" smtClean="0"/>
              <a:t>prefab</a:t>
            </a:r>
            <a:r>
              <a:rPr lang="tr-TR" dirty="0" smtClean="0"/>
              <a:t>) belirli bir konumda, belirli bir rotasyonda istenildiği kadar oluşturulabilir.</a:t>
            </a:r>
          </a:p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Time.deltaTime</a:t>
            </a:r>
            <a:r>
              <a:rPr lang="tr-TR" dirty="0" smtClean="0"/>
              <a:t> ekrana getirilen 2 </a:t>
            </a:r>
            <a:r>
              <a:rPr lang="tr-TR" dirty="0" err="1" smtClean="0"/>
              <a:t>frame</a:t>
            </a:r>
            <a:r>
              <a:rPr lang="tr-TR" dirty="0" smtClean="0"/>
              <a:t> arasında geçen süreyi saniye türünden verir.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323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KULLANICIDAN GİRDİ ALMA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GameObject</a:t>
            </a:r>
            <a:r>
              <a:rPr lang="tr-TR" dirty="0" smtClean="0"/>
              <a:t> bir </a:t>
            </a:r>
            <a:r>
              <a:rPr lang="tr-TR" dirty="0" err="1" smtClean="0"/>
              <a:t>class</a:t>
            </a:r>
            <a:r>
              <a:rPr lang="tr-TR" dirty="0" smtClean="0"/>
              <a:t>(sınıf) iken, </a:t>
            </a:r>
            <a:r>
              <a:rPr lang="tr-TR" dirty="0" err="1" smtClean="0"/>
              <a:t>gameObject</a:t>
            </a:r>
            <a:r>
              <a:rPr lang="tr-TR" dirty="0" smtClean="0"/>
              <a:t> ilgili </a:t>
            </a:r>
            <a:r>
              <a:rPr lang="tr-TR" dirty="0" err="1" smtClean="0"/>
              <a:t>scriptin</a:t>
            </a:r>
            <a:r>
              <a:rPr lang="tr-TR" dirty="0" smtClean="0"/>
              <a:t> atıldığ</a:t>
            </a:r>
            <a:r>
              <a:rPr lang="tr-TR" dirty="0" smtClean="0"/>
              <a:t>ı nesneyi ifade eder.</a:t>
            </a:r>
          </a:p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componentler</a:t>
            </a:r>
            <a:r>
              <a:rPr lang="tr-TR" dirty="0" smtClean="0"/>
              <a:t> birer </a:t>
            </a:r>
            <a:r>
              <a:rPr lang="tr-TR" dirty="0" err="1" smtClean="0"/>
              <a:t>classtır</a:t>
            </a:r>
            <a:r>
              <a:rPr lang="tr-TR" dirty="0" smtClean="0"/>
              <a:t>.</a:t>
            </a:r>
          </a:p>
          <a:p>
            <a:pPr algn="just"/>
            <a:r>
              <a:rPr lang="tr-TR" dirty="0" err="1" smtClean="0"/>
              <a:t>AddComponent</a:t>
            </a:r>
            <a:r>
              <a:rPr lang="tr-TR" dirty="0" smtClean="0"/>
              <a:t> ile istenen bir nesneye istenen bir </a:t>
            </a:r>
            <a:r>
              <a:rPr lang="tr-TR" dirty="0" err="1" smtClean="0"/>
              <a:t>component</a:t>
            </a:r>
            <a:r>
              <a:rPr lang="tr-TR" dirty="0" smtClean="0"/>
              <a:t> eklenebilir.</a:t>
            </a:r>
          </a:p>
          <a:p>
            <a:pPr algn="just"/>
            <a:r>
              <a:rPr lang="tr-TR" dirty="0" err="1" smtClean="0"/>
              <a:t>GetComponent</a:t>
            </a:r>
            <a:r>
              <a:rPr lang="tr-TR" dirty="0" smtClean="0"/>
              <a:t> ile bir nesnenin sahip olduğu </a:t>
            </a:r>
            <a:r>
              <a:rPr lang="tr-TR" dirty="0" err="1" smtClean="0"/>
              <a:t>componentlere</a:t>
            </a:r>
            <a:r>
              <a:rPr lang="tr-TR" dirty="0" smtClean="0"/>
              <a:t> erişilerek müdahale edilebilir.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1257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KULLANICIDAN GİRDİ ALMA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Input.GetAxis</a:t>
            </a:r>
            <a:r>
              <a:rPr lang="tr-TR" dirty="0" smtClean="0"/>
              <a:t>() ile Unity3D’nin </a:t>
            </a:r>
            <a:r>
              <a:rPr lang="tr-TR" dirty="0" err="1" smtClean="0"/>
              <a:t>Edit</a:t>
            </a:r>
            <a:r>
              <a:rPr lang="tr-TR" dirty="0" smtClean="0"/>
              <a:t> -&gt; Project </a:t>
            </a:r>
            <a:r>
              <a:rPr lang="tr-TR" dirty="0" err="1" smtClean="0"/>
              <a:t>Settings</a:t>
            </a:r>
            <a:r>
              <a:rPr lang="tr-TR" dirty="0" smtClean="0"/>
              <a:t> -&gt; </a:t>
            </a:r>
            <a:r>
              <a:rPr lang="tr-TR" dirty="0" err="1" smtClean="0"/>
              <a:t>Input</a:t>
            </a:r>
            <a:r>
              <a:rPr lang="tr-TR" dirty="0" smtClean="0"/>
              <a:t> Manager altında tanımladığı değerler kullanılabilir.</a:t>
            </a:r>
          </a:p>
          <a:p>
            <a:pPr algn="just"/>
            <a:r>
              <a:rPr lang="tr-TR" dirty="0" smtClean="0"/>
              <a:t>Rigidbody2D </a:t>
            </a:r>
            <a:r>
              <a:rPr lang="tr-TR" dirty="0" err="1" smtClean="0"/>
              <a:t>componentinin</a:t>
            </a:r>
            <a:r>
              <a:rPr lang="tr-TR" dirty="0" smtClean="0"/>
              <a:t> </a:t>
            </a:r>
            <a:r>
              <a:rPr lang="tr-TR" dirty="0" err="1" smtClean="0"/>
              <a:t>velocity</a:t>
            </a:r>
            <a:r>
              <a:rPr lang="tr-TR" dirty="0" smtClean="0"/>
              <a:t> </a:t>
            </a:r>
            <a:r>
              <a:rPr lang="tr-TR" dirty="0" err="1" smtClean="0"/>
              <a:t>propertysi</a:t>
            </a:r>
            <a:r>
              <a:rPr lang="tr-TR" dirty="0" smtClean="0"/>
              <a:t> ile nesne hareket ettirilebilir.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3695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KULLANICIDAN GİRDİ ALMA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Transform</a:t>
            </a:r>
            <a:r>
              <a:rPr lang="tr-TR" dirty="0" smtClean="0"/>
              <a:t> </a:t>
            </a:r>
            <a:r>
              <a:rPr lang="tr-TR" dirty="0" err="1" smtClean="0"/>
              <a:t>componenti</a:t>
            </a:r>
            <a:r>
              <a:rPr lang="tr-TR" dirty="0" smtClean="0"/>
              <a:t>: Bir nesnenin 3 boyutlu ortamdaki konumunu, rotasyonunu ve büyüklüğünü verir.</a:t>
            </a:r>
          </a:p>
          <a:p>
            <a:pPr algn="just"/>
            <a:r>
              <a:rPr lang="tr-TR" dirty="0" err="1" smtClean="0"/>
              <a:t>Rigidbody</a:t>
            </a:r>
            <a:r>
              <a:rPr lang="tr-TR" dirty="0" smtClean="0"/>
              <a:t> </a:t>
            </a:r>
            <a:r>
              <a:rPr lang="tr-TR" dirty="0" err="1" smtClean="0"/>
              <a:t>componenti</a:t>
            </a:r>
            <a:r>
              <a:rPr lang="tr-TR" dirty="0" smtClean="0"/>
              <a:t>: Bir nesnenin fiziksel etkilerini(yerçekimi, sürtünme vb.) kontrol eden </a:t>
            </a:r>
            <a:r>
              <a:rPr lang="tr-TR" dirty="0" err="1" smtClean="0"/>
              <a:t>componenttir</a:t>
            </a:r>
            <a:r>
              <a:rPr lang="tr-TR" dirty="0" smtClean="0"/>
              <a:t>.</a:t>
            </a:r>
          </a:p>
          <a:p>
            <a:pPr algn="just"/>
            <a:r>
              <a:rPr lang="tr-TR" dirty="0" err="1" smtClean="0"/>
              <a:t>Sprite</a:t>
            </a:r>
            <a:r>
              <a:rPr lang="tr-TR" dirty="0" smtClean="0"/>
              <a:t> </a:t>
            </a:r>
            <a:r>
              <a:rPr lang="tr-TR" dirty="0" err="1" smtClean="0"/>
              <a:t>Renderer</a:t>
            </a:r>
            <a:r>
              <a:rPr lang="tr-TR" dirty="0" smtClean="0"/>
              <a:t> </a:t>
            </a:r>
            <a:r>
              <a:rPr lang="tr-TR" dirty="0" err="1" smtClean="0"/>
              <a:t>componenti</a:t>
            </a:r>
            <a:r>
              <a:rPr lang="tr-TR" dirty="0" smtClean="0"/>
              <a:t>: 2 boyutlu bir </a:t>
            </a:r>
            <a:r>
              <a:rPr lang="tr-TR" dirty="0" err="1" smtClean="0"/>
              <a:t>spriteın</a:t>
            </a:r>
            <a:r>
              <a:rPr lang="tr-TR" dirty="0" smtClean="0"/>
              <a:t> görünürlük özelliklerini yöneten </a:t>
            </a:r>
            <a:r>
              <a:rPr lang="tr-TR" dirty="0" err="1" smtClean="0"/>
              <a:t>componenttir</a:t>
            </a:r>
            <a:r>
              <a:rPr lang="tr-TR" smtClean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6762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1539</TotalTime>
  <Words>585</Words>
  <Application>Microsoft Office PowerPoint</Application>
  <PresentationFormat>Geniş ekran</PresentationFormat>
  <Paragraphs>42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Wingdings 2</vt:lpstr>
      <vt:lpstr>Eğitim sunusu</vt:lpstr>
      <vt:lpstr>Oyun Programlama</vt:lpstr>
      <vt:lpstr>KULLANICIDAN GİRDİ ALMA</vt:lpstr>
      <vt:lpstr>KULLANICIDAN GİRDİ ALMA</vt:lpstr>
      <vt:lpstr>KULLANICIDAN GİRDİ ALMA</vt:lpstr>
      <vt:lpstr>KULLANICIDAN GİRDİ ALMA</vt:lpstr>
      <vt:lpstr>KULLANICIDAN GİRDİ ALMA</vt:lpstr>
      <vt:lpstr>KULLANICIDAN GİRDİ ALMA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292</cp:revision>
  <dcterms:created xsi:type="dcterms:W3CDTF">2023-12-09T09:03:26Z</dcterms:created>
  <dcterms:modified xsi:type="dcterms:W3CDTF">2024-10-18T18:24:23Z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