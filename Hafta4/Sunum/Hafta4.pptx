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1" r:id="rId9"/>
    <p:sldId id="268" r:id="rId10"/>
    <p:sldId id="270" r:id="rId11"/>
    <p:sldId id="269" r:id="rId12"/>
    <p:sldId id="272" r:id="rId13"/>
    <p:sldId id="271" r:id="rId14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20.10.2024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75770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96985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626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10653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4551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2808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31579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3769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12206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2784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66079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4243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20.10.2024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Oyun Programlama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SAHNE(SCENE) EKLEME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yeni bir sahne(</a:t>
            </a:r>
            <a:r>
              <a:rPr lang="tr-TR" dirty="0" err="1" smtClean="0"/>
              <a:t>scene</a:t>
            </a:r>
            <a:r>
              <a:rPr lang="tr-TR" dirty="0" smtClean="0"/>
              <a:t>) eklemek için File -&gt; New </a:t>
            </a:r>
            <a:r>
              <a:rPr lang="tr-TR" dirty="0" err="1" smtClean="0"/>
              <a:t>Scene</a:t>
            </a:r>
            <a:r>
              <a:rPr lang="tr-TR" dirty="0" smtClean="0"/>
              <a:t> yolu izlenebilir veya Project penceresinde istenilen konuma sağ tıklanarak </a:t>
            </a:r>
            <a:r>
              <a:rPr lang="tr-TR" dirty="0" err="1" smtClean="0"/>
              <a:t>Create</a:t>
            </a:r>
            <a:r>
              <a:rPr lang="tr-TR" dirty="0" smtClean="0"/>
              <a:t> -&gt; </a:t>
            </a:r>
            <a:r>
              <a:rPr lang="tr-TR" dirty="0" err="1" smtClean="0"/>
              <a:t>Scene</a:t>
            </a:r>
            <a:r>
              <a:rPr lang="tr-TR" dirty="0" smtClean="0"/>
              <a:t> yolu izlenebilir. Böylece yeni bir sahne oluşturulmuş olur.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1849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SAHNE(SCENE) EKLEME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81766" y="2249488"/>
            <a:ext cx="6228467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1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SAHNE(SCENE) EKLEME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Eklenen sahne çift tıklanarak açıldıktan sonra File -&gt; </a:t>
            </a:r>
            <a:r>
              <a:rPr lang="tr-TR" dirty="0" err="1" smtClean="0"/>
              <a:t>Build</a:t>
            </a:r>
            <a:r>
              <a:rPr lang="tr-TR" dirty="0" smtClean="0"/>
              <a:t> </a:t>
            </a:r>
            <a:r>
              <a:rPr lang="tr-TR" dirty="0" err="1" smtClean="0"/>
              <a:t>Settings</a:t>
            </a:r>
            <a:r>
              <a:rPr lang="tr-TR" dirty="0" smtClean="0"/>
              <a:t> -&gt; </a:t>
            </a:r>
            <a:r>
              <a:rPr lang="tr-TR" dirty="0" err="1" smtClean="0"/>
              <a:t>Add</a:t>
            </a:r>
            <a:r>
              <a:rPr lang="tr-TR" dirty="0" smtClean="0"/>
              <a:t> Open Scenes yolu izlenerek Scenes in </a:t>
            </a:r>
            <a:r>
              <a:rPr lang="tr-TR" dirty="0" err="1" smtClean="0"/>
              <a:t>Build</a:t>
            </a:r>
            <a:r>
              <a:rPr lang="tr-TR" dirty="0" smtClean="0"/>
              <a:t> kısmına eklenmesi tavsiye edilir. Zorunlu olmamakla birlikte bu işlem yapılmazsa sahneler arası geçişte problemler yaşanacaktır. </a:t>
            </a:r>
            <a:r>
              <a:rPr lang="tr-TR" dirty="0" smtClean="0"/>
              <a:t>Sahnenin buraya eklenmesi önemlidir. Bu işlem sonrası sahneye adı ile veya verilen </a:t>
            </a:r>
            <a:r>
              <a:rPr lang="tr-TR" dirty="0" err="1" smtClean="0"/>
              <a:t>index</a:t>
            </a:r>
            <a:r>
              <a:rPr lang="tr-TR" dirty="0" smtClean="0"/>
              <a:t> numarası ile erişilebilir.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8910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SAHNE(SCENE) EKLEME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07288" y="2249488"/>
            <a:ext cx="6377424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2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SAHNE(SCENE) EKLEME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Eklenen sahne çift tıklanarak açıldıktan sonra File -&gt; </a:t>
            </a:r>
            <a:r>
              <a:rPr lang="tr-TR" dirty="0" err="1" smtClean="0"/>
              <a:t>Build</a:t>
            </a:r>
            <a:r>
              <a:rPr lang="tr-TR" dirty="0" smtClean="0"/>
              <a:t> </a:t>
            </a:r>
            <a:r>
              <a:rPr lang="tr-TR" dirty="0" err="1" smtClean="0"/>
              <a:t>Settings</a:t>
            </a:r>
            <a:r>
              <a:rPr lang="tr-TR" dirty="0" smtClean="0"/>
              <a:t> -&gt; </a:t>
            </a:r>
            <a:r>
              <a:rPr lang="tr-TR" dirty="0" err="1" smtClean="0"/>
              <a:t>Add</a:t>
            </a:r>
            <a:r>
              <a:rPr lang="tr-TR" dirty="0" smtClean="0"/>
              <a:t> Open Scenes yolu izlenerek Scenes in </a:t>
            </a:r>
            <a:r>
              <a:rPr lang="tr-TR" dirty="0" err="1" smtClean="0"/>
              <a:t>Build</a:t>
            </a:r>
            <a:r>
              <a:rPr lang="tr-TR" dirty="0" smtClean="0"/>
              <a:t> kısmına eklenmesi tavsiye edilir. Zorunlu olmamakla birlikte bu işlem yapılmazsa sahneler arası geçişte problemler yaşanacaktır. </a:t>
            </a:r>
            <a:r>
              <a:rPr lang="tr-TR" dirty="0" smtClean="0"/>
              <a:t>Sahnenin buraya eklenmesi önemlidir. Bu işlem sonrası sahneye adı ile veya verilen </a:t>
            </a:r>
            <a:r>
              <a:rPr lang="tr-TR" dirty="0" err="1" smtClean="0"/>
              <a:t>index</a:t>
            </a:r>
            <a:r>
              <a:rPr lang="tr-TR" dirty="0" smtClean="0"/>
              <a:t> numarası ile erişilebilir.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3667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SAHNE(SCENE) EKLEME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algn="just"/>
            <a:r>
              <a:rPr lang="tr-TR" dirty="0" smtClean="0"/>
              <a:t>Klavyeden ‘S’ tuşuna basıldığı anda bu yeniy</a:t>
            </a:r>
            <a:r>
              <a:rPr lang="tr-TR" dirty="0" smtClean="0"/>
              <a:t>i sahneyi yüklemek için aşağıdaki kod bloğu kullanılabilir.</a:t>
            </a:r>
          </a:p>
          <a:p>
            <a:pPr marL="109728" indent="0">
              <a:buNone/>
            </a:pPr>
            <a:r>
              <a:rPr lang="tr-TR" sz="1700" dirty="0" err="1"/>
              <a:t>using</a:t>
            </a:r>
            <a:r>
              <a:rPr lang="tr-TR" sz="1700" dirty="0"/>
              <a:t> </a:t>
            </a:r>
            <a:r>
              <a:rPr lang="tr-TR" sz="1700" dirty="0" err="1"/>
              <a:t>UnityEngine</a:t>
            </a:r>
            <a:r>
              <a:rPr lang="tr-TR" sz="1700" dirty="0"/>
              <a:t>;</a:t>
            </a:r>
          </a:p>
          <a:p>
            <a:pPr marL="109728" indent="0">
              <a:buNone/>
            </a:pPr>
            <a:r>
              <a:rPr lang="tr-TR" sz="1700" dirty="0" err="1"/>
              <a:t>using</a:t>
            </a:r>
            <a:r>
              <a:rPr lang="tr-TR" sz="1700" dirty="0"/>
              <a:t> </a:t>
            </a:r>
            <a:r>
              <a:rPr lang="tr-TR" sz="1700" dirty="0" err="1"/>
              <a:t>UnityEngine.SceneManagement</a:t>
            </a:r>
            <a:r>
              <a:rPr lang="tr-TR" sz="1700" dirty="0"/>
              <a:t>;</a:t>
            </a:r>
          </a:p>
          <a:p>
            <a:endParaRPr lang="tr-TR" sz="1700" dirty="0"/>
          </a:p>
          <a:p>
            <a:pPr marL="109728" indent="0">
              <a:buNone/>
            </a:pPr>
            <a:r>
              <a:rPr lang="tr-TR" sz="1700" dirty="0" err="1"/>
              <a:t>public</a:t>
            </a:r>
            <a:r>
              <a:rPr lang="tr-TR" sz="1700" dirty="0"/>
              <a:t> </a:t>
            </a:r>
            <a:r>
              <a:rPr lang="tr-TR" sz="1700" dirty="0" err="1"/>
              <a:t>class</a:t>
            </a:r>
            <a:r>
              <a:rPr lang="tr-TR" sz="1700" dirty="0"/>
              <a:t> </a:t>
            </a:r>
            <a:r>
              <a:rPr lang="tr-TR" sz="1700" dirty="0" err="1"/>
              <a:t>SahneGecisi</a:t>
            </a:r>
            <a:r>
              <a:rPr lang="tr-TR" sz="1700" dirty="0"/>
              <a:t> : </a:t>
            </a:r>
            <a:r>
              <a:rPr lang="tr-TR" sz="1700" dirty="0" err="1"/>
              <a:t>MonoBehaviour</a:t>
            </a:r>
            <a:endParaRPr lang="tr-TR" sz="1700" dirty="0"/>
          </a:p>
          <a:p>
            <a:pPr marL="109728" indent="0">
              <a:buNone/>
            </a:pPr>
            <a:r>
              <a:rPr lang="tr-TR" sz="1700" dirty="0"/>
              <a:t>{</a:t>
            </a:r>
          </a:p>
          <a:p>
            <a:pPr marL="109728" indent="0">
              <a:buNone/>
            </a:pPr>
            <a:r>
              <a:rPr lang="tr-TR" sz="1700" dirty="0"/>
              <a:t>    </a:t>
            </a:r>
            <a:r>
              <a:rPr lang="tr-TR" sz="1700" dirty="0" err="1"/>
              <a:t>private</a:t>
            </a:r>
            <a:r>
              <a:rPr lang="tr-TR" sz="1700" dirty="0"/>
              <a:t> </a:t>
            </a:r>
            <a:r>
              <a:rPr lang="tr-TR" sz="1700" dirty="0" err="1"/>
              <a:t>void</a:t>
            </a:r>
            <a:r>
              <a:rPr lang="tr-TR" sz="1700" dirty="0"/>
              <a:t> Update()</a:t>
            </a:r>
          </a:p>
          <a:p>
            <a:pPr marL="109728" indent="0">
              <a:buNone/>
            </a:pPr>
            <a:r>
              <a:rPr lang="tr-TR" sz="1700" dirty="0"/>
              <a:t>    {</a:t>
            </a:r>
          </a:p>
          <a:p>
            <a:pPr marL="109728" indent="0">
              <a:buNone/>
            </a:pPr>
            <a:r>
              <a:rPr lang="tr-TR" sz="1700" dirty="0"/>
              <a:t>        </a:t>
            </a:r>
            <a:r>
              <a:rPr lang="tr-TR" sz="1700" dirty="0" err="1"/>
              <a:t>if</a:t>
            </a:r>
            <a:r>
              <a:rPr lang="tr-TR" sz="1700" dirty="0"/>
              <a:t>(</a:t>
            </a:r>
            <a:r>
              <a:rPr lang="tr-TR" sz="1700" dirty="0" err="1"/>
              <a:t>Input.GetKeyDown</a:t>
            </a:r>
            <a:r>
              <a:rPr lang="tr-TR" sz="1700" dirty="0"/>
              <a:t>(</a:t>
            </a:r>
            <a:r>
              <a:rPr lang="tr-TR" sz="1700" dirty="0" err="1"/>
              <a:t>KeyCode.S</a:t>
            </a:r>
            <a:r>
              <a:rPr lang="tr-TR" sz="1700" dirty="0"/>
              <a:t>))</a:t>
            </a:r>
          </a:p>
          <a:p>
            <a:pPr marL="109728" indent="0">
              <a:buNone/>
            </a:pPr>
            <a:r>
              <a:rPr lang="tr-TR" sz="1700" dirty="0"/>
              <a:t>        {</a:t>
            </a:r>
          </a:p>
          <a:p>
            <a:pPr marL="109728" indent="0">
              <a:buNone/>
            </a:pPr>
            <a:r>
              <a:rPr lang="tr-TR" sz="1700" dirty="0"/>
              <a:t>            </a:t>
            </a:r>
            <a:r>
              <a:rPr lang="tr-TR" sz="1700" dirty="0" err="1"/>
              <a:t>SceneManager.LoadScene</a:t>
            </a:r>
            <a:r>
              <a:rPr lang="tr-TR" sz="1700" dirty="0"/>
              <a:t>(1);</a:t>
            </a:r>
          </a:p>
          <a:p>
            <a:pPr marL="109728" indent="0">
              <a:buNone/>
            </a:pPr>
            <a:r>
              <a:rPr lang="tr-TR" sz="1700" dirty="0"/>
              <a:t>            // </a:t>
            </a:r>
            <a:r>
              <a:rPr lang="tr-TR" sz="1700" dirty="0" err="1"/>
              <a:t>SceneManager.LoadScene</a:t>
            </a:r>
            <a:r>
              <a:rPr lang="tr-TR" sz="1700" dirty="0"/>
              <a:t>("</a:t>
            </a:r>
            <a:r>
              <a:rPr lang="tr-TR" sz="1700" dirty="0" err="1"/>
              <a:t>Carpisma</a:t>
            </a:r>
            <a:r>
              <a:rPr lang="tr-TR" sz="1700" dirty="0"/>
              <a:t>");</a:t>
            </a:r>
          </a:p>
          <a:p>
            <a:pPr marL="109728" indent="0">
              <a:buNone/>
            </a:pPr>
            <a:r>
              <a:rPr lang="tr-TR" sz="1700" dirty="0"/>
              <a:t>        }</a:t>
            </a:r>
          </a:p>
          <a:p>
            <a:pPr marL="109728" indent="0">
              <a:buNone/>
            </a:pPr>
            <a:r>
              <a:rPr lang="tr-TR" sz="1700" dirty="0"/>
              <a:t>    }</a:t>
            </a:r>
          </a:p>
          <a:p>
            <a:pPr marL="109728" indent="0">
              <a:buNone/>
            </a:pPr>
            <a:r>
              <a:rPr lang="tr-TR" sz="1700" dirty="0"/>
              <a:t>}</a:t>
            </a:r>
            <a:endParaRPr lang="tr-TR" sz="1700" dirty="0"/>
          </a:p>
        </p:txBody>
      </p:sp>
    </p:spTree>
    <p:extLst>
      <p:ext uri="{BB962C8B-B14F-4D97-AF65-F5344CB8AC3E}">
        <p14:creationId xmlns:p14="http://schemas.microsoft.com/office/powerpoint/2010/main" val="272175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ÇARPIŞMA KONTROLÜ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çarpışma kontrolü için kullanılan  6 adet önemli metot bulunmaktadır. Bunlar:</a:t>
            </a:r>
          </a:p>
          <a:p>
            <a:pPr algn="just"/>
            <a:r>
              <a:rPr lang="tr-TR" dirty="0" smtClean="0"/>
              <a:t>OnCollisionEnter2D(</a:t>
            </a:r>
            <a:r>
              <a:rPr lang="tr-TR" dirty="0"/>
              <a:t>Collision2D </a:t>
            </a:r>
            <a:r>
              <a:rPr lang="tr-TR" dirty="0" err="1"/>
              <a:t>collision</a:t>
            </a:r>
            <a:r>
              <a:rPr lang="tr-TR" dirty="0" smtClean="0"/>
              <a:t>): 2 boyutlu ortamda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nesneye başka bir nesne çarptığı anda 1 kez çalışır. Burada Collision2D </a:t>
            </a:r>
            <a:r>
              <a:rPr lang="tr-TR" dirty="0" err="1" smtClean="0"/>
              <a:t>collision</a:t>
            </a:r>
            <a:r>
              <a:rPr lang="tr-TR" dirty="0" smtClean="0"/>
              <a:t> parametresi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nesneye çarpan nesnenin özelliklerini referans eder. </a:t>
            </a:r>
            <a:r>
              <a:rPr lang="tr-TR" dirty="0" err="1" smtClean="0"/>
              <a:t>Nesne’de</a:t>
            </a:r>
            <a:r>
              <a:rPr lang="tr-TR" dirty="0" smtClean="0"/>
              <a:t> </a:t>
            </a:r>
            <a:r>
              <a:rPr lang="tr-TR" dirty="0" err="1" smtClean="0"/>
              <a:t>Collider</a:t>
            </a:r>
            <a:r>
              <a:rPr lang="tr-TR" dirty="0" smtClean="0"/>
              <a:t> olmalıdır.</a:t>
            </a:r>
          </a:p>
          <a:p>
            <a:pPr algn="just"/>
            <a:r>
              <a:rPr lang="tr-TR" dirty="0"/>
              <a:t>OnCollisionStay2D(Collision2D </a:t>
            </a:r>
            <a:r>
              <a:rPr lang="tr-TR" dirty="0" err="1"/>
              <a:t>collision</a:t>
            </a:r>
            <a:r>
              <a:rPr lang="tr-TR" dirty="0" smtClean="0"/>
              <a:t>): 2 boyutlu ortamda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nesneye başka bir nesne çarptığı sürece çalışır. RigidBody2D’nin </a:t>
            </a:r>
            <a:r>
              <a:rPr lang="tr-TR" dirty="0" err="1" smtClean="0"/>
              <a:t>Sleeping</a:t>
            </a:r>
            <a:r>
              <a:rPr lang="tr-TR" dirty="0" smtClean="0"/>
              <a:t> </a:t>
            </a:r>
            <a:r>
              <a:rPr lang="tr-TR" dirty="0" err="1" smtClean="0"/>
              <a:t>Mode’u</a:t>
            </a:r>
            <a:r>
              <a:rPr lang="tr-TR" dirty="0" smtClean="0"/>
              <a:t> önem arz eder.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757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ÇARPIŞMA KONTROLÜ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çarpışma kontrolü için kullanılan  6 adet önemli metot bulunmaktadır. Bunlar:</a:t>
            </a:r>
          </a:p>
          <a:p>
            <a:pPr algn="just"/>
            <a:r>
              <a:rPr lang="tr-TR" dirty="0"/>
              <a:t>OnCollisionExit2D(Collision2D </a:t>
            </a:r>
            <a:r>
              <a:rPr lang="tr-TR" dirty="0" err="1"/>
              <a:t>collision</a:t>
            </a:r>
            <a:r>
              <a:rPr lang="tr-TR" dirty="0" smtClean="0"/>
              <a:t>): 2 boyutlu ortamda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nesneye bir nesne çarptıktan sonra temas kesildiği anda 1 kez çalışır.</a:t>
            </a:r>
          </a:p>
          <a:p>
            <a:pPr algn="just"/>
            <a:r>
              <a:rPr lang="tr-TR" dirty="0"/>
              <a:t>OnTriggerEnter2D(Collider2D </a:t>
            </a:r>
            <a:r>
              <a:rPr lang="tr-TR" dirty="0" err="1"/>
              <a:t>collision</a:t>
            </a:r>
            <a:r>
              <a:rPr lang="tr-TR" dirty="0" smtClean="0"/>
              <a:t>): 2 boyutlu ortamda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nesnenin alanına girildiğinde 1 kez çalışır. Bunun için BoxCollider2D’nin </a:t>
            </a:r>
            <a:r>
              <a:rPr lang="tr-TR" dirty="0" err="1" smtClean="0"/>
              <a:t>isTrigger</a:t>
            </a:r>
            <a:r>
              <a:rPr lang="tr-TR" dirty="0" smtClean="0"/>
              <a:t> özelliği açılmalıdır.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876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ÇARPIŞMA KONTROLÜ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çarpışma kontrolü için kullanılan  6 adet önemli metot bulunmaktadır. Bunlar:</a:t>
            </a:r>
          </a:p>
          <a:p>
            <a:pPr algn="just"/>
            <a:r>
              <a:rPr lang="tr-TR" dirty="0"/>
              <a:t>OnTriggerStay2D(Collider2D </a:t>
            </a:r>
            <a:r>
              <a:rPr lang="tr-TR" dirty="0" err="1"/>
              <a:t>collision</a:t>
            </a:r>
            <a:r>
              <a:rPr lang="tr-TR" dirty="0" smtClean="0"/>
              <a:t>): 2 boyutlu ortamda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nesnenin alanına bir başka nesne girip orada kaldığı sürece çalışır. Yine RigidBody2D’nin </a:t>
            </a:r>
            <a:r>
              <a:rPr lang="tr-TR" dirty="0" err="1" smtClean="0"/>
              <a:t>Sleeping</a:t>
            </a:r>
            <a:r>
              <a:rPr lang="tr-TR" dirty="0" smtClean="0"/>
              <a:t> </a:t>
            </a:r>
            <a:r>
              <a:rPr lang="tr-TR" dirty="0" err="1" smtClean="0"/>
              <a:t>Mode’u</a:t>
            </a:r>
            <a:r>
              <a:rPr lang="tr-TR" dirty="0" smtClean="0"/>
              <a:t> önemlidir.</a:t>
            </a:r>
          </a:p>
          <a:p>
            <a:pPr algn="just"/>
            <a:r>
              <a:rPr lang="tr-TR" dirty="0"/>
              <a:t>OnTriggerExit2D(Collider2D </a:t>
            </a:r>
            <a:r>
              <a:rPr lang="tr-TR" dirty="0" err="1"/>
              <a:t>collision</a:t>
            </a:r>
            <a:r>
              <a:rPr lang="tr-TR" dirty="0" smtClean="0"/>
              <a:t>): 2 boyutlu ortamda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nesnenin alanına bir başka nesne girip oradan çıktığı anda 1 kez çalışan metottur.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1434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NESNE VE COMPONENT AKTİFLİĞİ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Bir nesneyi aktif veya </a:t>
            </a:r>
            <a:r>
              <a:rPr lang="tr-TR" dirty="0" err="1" smtClean="0"/>
              <a:t>deaktif</a:t>
            </a:r>
            <a:r>
              <a:rPr lang="tr-TR" dirty="0" smtClean="0"/>
              <a:t> hale getirmek için </a:t>
            </a:r>
            <a:r>
              <a:rPr lang="tr-TR" dirty="0" err="1" smtClean="0"/>
              <a:t>SetActive</a:t>
            </a:r>
            <a:r>
              <a:rPr lang="tr-TR" dirty="0" smtClean="0"/>
              <a:t>() metodu kullanılır. Bu metot </a:t>
            </a:r>
            <a:r>
              <a:rPr lang="tr-TR" dirty="0" err="1" smtClean="0"/>
              <a:t>true</a:t>
            </a:r>
            <a:r>
              <a:rPr lang="tr-TR" dirty="0" smtClean="0"/>
              <a:t> parametresi alırsa nesne aktif hale gelirken </a:t>
            </a:r>
            <a:r>
              <a:rPr lang="tr-TR" dirty="0" err="1" smtClean="0"/>
              <a:t>false</a:t>
            </a:r>
            <a:r>
              <a:rPr lang="tr-TR" dirty="0" smtClean="0"/>
              <a:t> parametresi alırsa nesne </a:t>
            </a:r>
            <a:r>
              <a:rPr lang="tr-TR" dirty="0" err="1" smtClean="0"/>
              <a:t>deaktif</a:t>
            </a:r>
            <a:r>
              <a:rPr lang="tr-TR" dirty="0" smtClean="0"/>
              <a:t> hale gelir. </a:t>
            </a:r>
            <a:r>
              <a:rPr lang="tr-TR" dirty="0" err="1" smtClean="0"/>
              <a:t>Scripti</a:t>
            </a:r>
            <a:r>
              <a:rPr lang="tr-TR" dirty="0" smtClean="0"/>
              <a:t> atadığımız nesneyi ifade etmek için </a:t>
            </a:r>
            <a:r>
              <a:rPr lang="tr-TR" dirty="0" err="1" smtClean="0"/>
              <a:t>gameObject</a:t>
            </a:r>
            <a:r>
              <a:rPr lang="tr-TR" dirty="0" smtClean="0"/>
              <a:t> </a:t>
            </a:r>
            <a:r>
              <a:rPr lang="tr-TR" dirty="0" err="1" smtClean="0"/>
              <a:t>propertysi</a:t>
            </a:r>
            <a:r>
              <a:rPr lang="tr-TR" dirty="0" smtClean="0"/>
              <a:t> kullanılırken bir başka nesneyi ifade etmek için </a:t>
            </a:r>
            <a:r>
              <a:rPr lang="tr-TR" dirty="0" err="1" smtClean="0"/>
              <a:t>GameObjec</a:t>
            </a:r>
            <a:r>
              <a:rPr lang="tr-TR" dirty="0" err="1" smtClean="0"/>
              <a:t>t</a:t>
            </a:r>
            <a:r>
              <a:rPr lang="tr-TR" dirty="0" smtClean="0"/>
              <a:t> </a:t>
            </a:r>
            <a:r>
              <a:rPr lang="tr-TR" dirty="0" err="1" smtClean="0"/>
              <a:t>classı</a:t>
            </a:r>
            <a:r>
              <a:rPr lang="tr-TR" dirty="0" smtClean="0"/>
              <a:t> kullanılabilir.</a:t>
            </a:r>
          </a:p>
          <a:p>
            <a:pPr algn="just"/>
            <a:r>
              <a:rPr lang="tr-TR" dirty="0" smtClean="0"/>
              <a:t>Bir </a:t>
            </a:r>
            <a:r>
              <a:rPr lang="tr-TR" dirty="0" err="1" smtClean="0"/>
              <a:t>componenti</a:t>
            </a:r>
            <a:r>
              <a:rPr lang="tr-TR" dirty="0" smtClean="0"/>
              <a:t> aktif ve </a:t>
            </a:r>
            <a:r>
              <a:rPr lang="tr-TR" dirty="0" err="1" smtClean="0"/>
              <a:t>deaktif</a:t>
            </a:r>
            <a:r>
              <a:rPr lang="tr-TR" dirty="0" smtClean="0"/>
              <a:t> hale getirmek için </a:t>
            </a:r>
            <a:r>
              <a:rPr lang="tr-TR" dirty="0" err="1" smtClean="0"/>
              <a:t>enabled</a:t>
            </a:r>
            <a:r>
              <a:rPr lang="tr-TR" dirty="0" smtClean="0"/>
              <a:t> </a:t>
            </a:r>
            <a:r>
              <a:rPr lang="tr-TR" dirty="0" err="1" smtClean="0"/>
              <a:t>propertysi</a:t>
            </a:r>
            <a:r>
              <a:rPr lang="tr-TR" dirty="0" smtClean="0"/>
              <a:t> kullanılır. Bu </a:t>
            </a:r>
            <a:r>
              <a:rPr lang="tr-TR" dirty="0" err="1" smtClean="0"/>
              <a:t>propertye</a:t>
            </a:r>
            <a:r>
              <a:rPr lang="tr-TR" dirty="0" smtClean="0"/>
              <a:t> </a:t>
            </a:r>
            <a:r>
              <a:rPr lang="tr-TR" dirty="0" err="1" smtClean="0"/>
              <a:t>true</a:t>
            </a:r>
            <a:r>
              <a:rPr lang="tr-TR" dirty="0" smtClean="0"/>
              <a:t> değeri atanırsa </a:t>
            </a:r>
            <a:r>
              <a:rPr lang="tr-TR" dirty="0" err="1" smtClean="0"/>
              <a:t>component</a:t>
            </a:r>
            <a:r>
              <a:rPr lang="tr-TR" dirty="0" smtClean="0"/>
              <a:t> aktif hale gelirken </a:t>
            </a:r>
            <a:r>
              <a:rPr lang="tr-TR" dirty="0" err="1" smtClean="0"/>
              <a:t>false</a:t>
            </a:r>
            <a:r>
              <a:rPr lang="tr-TR" dirty="0" smtClean="0"/>
              <a:t> değeri atanırsa </a:t>
            </a:r>
            <a:r>
              <a:rPr lang="tr-TR" dirty="0" err="1" smtClean="0"/>
              <a:t>component</a:t>
            </a:r>
            <a:r>
              <a:rPr lang="tr-TR" dirty="0" smtClean="0"/>
              <a:t> </a:t>
            </a:r>
            <a:r>
              <a:rPr lang="tr-TR" dirty="0" err="1" smtClean="0"/>
              <a:t>deaktif</a:t>
            </a:r>
            <a:r>
              <a:rPr lang="tr-TR" dirty="0" smtClean="0"/>
              <a:t> hale gelir.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108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NESNE VE COMPONENT AKTİFLİĞİ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42208" y="2249488"/>
            <a:ext cx="3507583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9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NESNE VE COMPONENT AKTİFLİĞİ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Unity3D’de bir nesneyi yok etmek için </a:t>
            </a:r>
            <a:r>
              <a:rPr lang="tr-TR" dirty="0" err="1" smtClean="0"/>
              <a:t>Destroy</a:t>
            </a:r>
            <a:r>
              <a:rPr lang="tr-TR" dirty="0" smtClean="0"/>
              <a:t>() metodu ve </a:t>
            </a:r>
            <a:r>
              <a:rPr lang="tr-TR" dirty="0" err="1" smtClean="0"/>
              <a:t>overloadları</a:t>
            </a:r>
            <a:r>
              <a:rPr lang="tr-TR" dirty="0" smtClean="0"/>
              <a:t> kullanılabilir.</a:t>
            </a:r>
          </a:p>
          <a:p>
            <a:pPr algn="just"/>
            <a:r>
              <a:rPr lang="tr-TR" dirty="0" smtClean="0"/>
              <a:t>Unity3D’de </a:t>
            </a:r>
            <a:r>
              <a:rPr lang="tr-TR" dirty="0" err="1" smtClean="0"/>
              <a:t>Hierarchy</a:t>
            </a:r>
            <a:r>
              <a:rPr lang="tr-TR" dirty="0" smtClean="0"/>
              <a:t> penceresine sağ tıklanarak UI kısmından </a:t>
            </a:r>
            <a:r>
              <a:rPr lang="tr-TR" dirty="0" err="1" smtClean="0"/>
              <a:t>arayüz</a:t>
            </a:r>
            <a:r>
              <a:rPr lang="tr-TR" dirty="0" smtClean="0"/>
              <a:t> elemanları eklenebilir. Herhangi bir UI elemanı eklendiğinde </a:t>
            </a:r>
            <a:r>
              <a:rPr lang="tr-TR" dirty="0" err="1" smtClean="0"/>
              <a:t>Canvas</a:t>
            </a:r>
            <a:r>
              <a:rPr lang="tr-TR" dirty="0" smtClean="0"/>
              <a:t> ve </a:t>
            </a:r>
            <a:r>
              <a:rPr lang="tr-TR" dirty="0" err="1" smtClean="0"/>
              <a:t>EventSystem</a:t>
            </a:r>
            <a:r>
              <a:rPr lang="tr-TR" dirty="0" smtClean="0"/>
              <a:t> nesneleri de otomatik olarak eklenecektir. Burada </a:t>
            </a:r>
            <a:r>
              <a:rPr lang="tr-TR" dirty="0" err="1" smtClean="0"/>
              <a:t>Canvas</a:t>
            </a:r>
            <a:r>
              <a:rPr lang="tr-TR" dirty="0" smtClean="0"/>
              <a:t> bir tuval gibi düşünülebilir. </a:t>
            </a:r>
            <a:r>
              <a:rPr lang="tr-TR" dirty="0" err="1" smtClean="0"/>
              <a:t>Canvas</a:t>
            </a:r>
            <a:r>
              <a:rPr lang="tr-TR" dirty="0" smtClean="0"/>
              <a:t> UI elemanlarının konumunu, büyüklüğünü vb. gösteren bir yapıdır. </a:t>
            </a:r>
            <a:r>
              <a:rPr lang="tr-TR" dirty="0" err="1" smtClean="0"/>
              <a:t>EventSystem</a:t>
            </a:r>
            <a:r>
              <a:rPr lang="tr-TR" dirty="0" smtClean="0"/>
              <a:t> ise kullanıcı girdilerini almak için kullanılabilecek bir nesnedir.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850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1670</TotalTime>
  <Words>1076</Words>
  <Application>Microsoft Office PowerPoint</Application>
  <PresentationFormat>Geniş ekran</PresentationFormat>
  <Paragraphs>82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Wingdings 2</vt:lpstr>
      <vt:lpstr>Eğitim sunusu</vt:lpstr>
      <vt:lpstr>Oyun Programlama</vt:lpstr>
      <vt:lpstr>SAHNE(SCENE) EKLEME</vt:lpstr>
      <vt:lpstr>SAHNE(SCENE) EKLEME</vt:lpstr>
      <vt:lpstr>SAHNE(SCENE) EKLEME</vt:lpstr>
      <vt:lpstr>SAHNE(SCENE) EKLEME</vt:lpstr>
      <vt:lpstr>SAHNE(SCENE) EKLEME</vt:lpstr>
      <vt:lpstr>SAHNE(SCENE) EKLEME</vt:lpstr>
      <vt:lpstr>ÇARPIŞMA KONTROLÜ</vt:lpstr>
      <vt:lpstr>ÇARPIŞMA KONTROLÜ</vt:lpstr>
      <vt:lpstr>ÇARPIŞMA KONTROLÜ</vt:lpstr>
      <vt:lpstr>NESNE VE COMPONENT AKTİFLİĞİ</vt:lpstr>
      <vt:lpstr>NESNE VE COMPONENT AKTİFLİĞİ</vt:lpstr>
      <vt:lpstr>NESNE VE COMPONENT AKTİFLİĞİ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317</cp:revision>
  <dcterms:created xsi:type="dcterms:W3CDTF">2023-12-09T09:03:26Z</dcterms:created>
  <dcterms:modified xsi:type="dcterms:W3CDTF">2024-10-20T12:08:39Z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